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af18c0d4224a50" /><Relationship Type="http://schemas.openxmlformats.org/officeDocument/2006/relationships/extended-properties" Target="/docProps/app.xml" Id="R8c4044ce3f944dc1" /><Relationship Type="http://schemas.openxmlformats.org/officeDocument/2006/relationships/officeDocument" Target="/ppt/presentation.xml" Id="R32c23c1acf4d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7792850eca4170"/>
  </p:sldMasterIdLst>
  <p:notesMasterIdLst>
    <p:notesMasterId xmlns:r="http://schemas.openxmlformats.org/officeDocument/2006/relationships" r:id="Rc878c76ec425456c"/>
  </p:notesMasterIdLst>
  <p:sldIdLst>
    <p:sldId xmlns:r="http://schemas.openxmlformats.org/officeDocument/2006/relationships" id="256" r:id="Rb2acd868d085499c"/>
    <p:sldId xmlns:r="http://schemas.openxmlformats.org/officeDocument/2006/relationships" id="257" r:id="Rc1aa5dc9c520403a"/>
    <p:sldId xmlns:r="http://schemas.openxmlformats.org/officeDocument/2006/relationships" id="258" r:id="Ra2a04e78486f437c"/>
    <p:sldId xmlns:r="http://schemas.openxmlformats.org/officeDocument/2006/relationships" id="259" r:id="R6104536a71f040d2"/>
    <p:sldId xmlns:r="http://schemas.openxmlformats.org/officeDocument/2006/relationships" id="260" r:id="Rf2d10d7109414cd5"/>
    <p:sldId xmlns:r="http://schemas.openxmlformats.org/officeDocument/2006/relationships" id="261" r:id="R70ed0e257dc640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9288d6d14b4a7d" /><Relationship Type="http://schemas.openxmlformats.org/officeDocument/2006/relationships/slideMaster" Target="/ppt/slideMasters/slideMaster1.xml" Id="R967792850eca4170" /><Relationship Type="http://schemas.openxmlformats.org/officeDocument/2006/relationships/notesMaster" Target="/ppt/notesMasters/notesMaster1.xml" Id="Rc878c76ec425456c" /><Relationship Type="http://schemas.openxmlformats.org/officeDocument/2006/relationships/presProps" Target="/ppt/presProps.xml" Id="Rd163233740324576" /><Relationship Type="http://schemas.openxmlformats.org/officeDocument/2006/relationships/tableStyles" Target="/ppt/tableStyles.xml" Id="Rb8c792448a604c7c" /><Relationship Type="http://schemas.openxmlformats.org/officeDocument/2006/relationships/slide" Target="/ppt/slides/slide1.xml" Id="Rb2acd868d085499c" /><Relationship Type="http://schemas.openxmlformats.org/officeDocument/2006/relationships/slide" Target="/ppt/slides/slide2.xml" Id="Rc1aa5dc9c520403a" /><Relationship Type="http://schemas.openxmlformats.org/officeDocument/2006/relationships/slide" Target="/ppt/slides/slide3.xml" Id="Ra2a04e78486f437c" /><Relationship Type="http://schemas.openxmlformats.org/officeDocument/2006/relationships/slide" Target="/ppt/slides/slide4.xml" Id="R6104536a71f040d2" /><Relationship Type="http://schemas.openxmlformats.org/officeDocument/2006/relationships/slide" Target="/ppt/slides/slide5.xml" Id="Rf2d10d7109414cd5" /><Relationship Type="http://schemas.openxmlformats.org/officeDocument/2006/relationships/slide" Target="/ppt/slides/slide6.xml" Id="R70ed0e257dc640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46f2d80395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83d6c236324385" /><Relationship Type="http://schemas.openxmlformats.org/officeDocument/2006/relationships/notesMaster" Target="/ppt/notesMasters/notesMaster1.xml" Id="R956983bd096f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356ba6b81f490e" /><Relationship Type="http://schemas.openxmlformats.org/officeDocument/2006/relationships/notesMaster" Target="/ppt/notesMasters/notesMaster1.xml" Id="R8144eb3ba8e4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7f9d5646d4b78" /><Relationship Type="http://schemas.openxmlformats.org/officeDocument/2006/relationships/notesMaster" Target="/ppt/notesMasters/notesMaster1.xml" Id="R06acd7a6ab2742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a9441cff334d92" /><Relationship Type="http://schemas.openxmlformats.org/officeDocument/2006/relationships/notesMaster" Target="/ppt/notesMasters/notesMaster1.xml" Id="Rd2b70527a043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9fd27de1e40bb" /><Relationship Type="http://schemas.openxmlformats.org/officeDocument/2006/relationships/notesMaster" Target="/ppt/notesMasters/notesMaster1.xml" Id="Rd166d4254d37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6ff516e7a41ad" /><Relationship Type="http://schemas.openxmlformats.org/officeDocument/2006/relationships/notesMaster" Target="/ppt/notesMasters/notesMaster1.xml" Id="Rbeea1640e634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b00e652fa49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771e123bd4759" /><Relationship Type="http://schemas.openxmlformats.org/officeDocument/2006/relationships/slideLayout" Target="/ppt/slideLayouts/slideLayout1.xml" Id="Rec2bd7af0e52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bd7af0e52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7975af18440c4" /><Relationship Type="http://schemas.openxmlformats.org/officeDocument/2006/relationships/image" Target="/ppt/media/image.png" Id="R9dc949a6bda04488" /><Relationship Type="http://schemas.openxmlformats.org/officeDocument/2006/relationships/image" Target="/ppt/media/image2.png" Id="Rba1b19d53bb047e6" /><Relationship Type="http://schemas.openxmlformats.org/officeDocument/2006/relationships/hyperlink" Target="https://youtu.be/LSkvvrFh4n4" TargetMode="External" Id="R0a04a42a6ec54eda" /><Relationship Type="http://schemas.openxmlformats.org/officeDocument/2006/relationships/notesSlide" Target="/ppt/notesSlides/notesSlide1.xml" Id="R1bba7049264a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0ca4cf8474cd6" /><Relationship Type="http://schemas.openxmlformats.org/officeDocument/2006/relationships/image" Target="/ppt/media/image3.png" Id="R7beca1cebbaf4ce9" /><Relationship Type="http://schemas.openxmlformats.org/officeDocument/2006/relationships/notesSlide" Target="/ppt/notesSlides/notesSlide2.xml" Id="R8e94f42203d344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ffcd35e53459a" /><Relationship Type="http://schemas.openxmlformats.org/officeDocument/2006/relationships/image" Target="/ppt/media/image4.png" Id="Rca9915ea4ac74121" /><Relationship Type="http://schemas.openxmlformats.org/officeDocument/2006/relationships/image" Target="/ppt/media/image5.png" Id="R7020d0870a904fab" /><Relationship Type="http://schemas.openxmlformats.org/officeDocument/2006/relationships/notesSlide" Target="/ppt/notesSlides/notesSlide3.xml" Id="R707f023b767c44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8e3bd47544066" /><Relationship Type="http://schemas.openxmlformats.org/officeDocument/2006/relationships/image" Target="/ppt/media/image6.png" Id="Rbefcf475730540f5" /><Relationship Type="http://schemas.openxmlformats.org/officeDocument/2006/relationships/notesSlide" Target="/ppt/notesSlides/notesSlide4.xml" Id="R26f07f96560d46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afa31c39b4dc0" /><Relationship Type="http://schemas.openxmlformats.org/officeDocument/2006/relationships/image" Target="/ppt/media/image7.png" Id="R76001fa70bbb41fa" /><Relationship Type="http://schemas.openxmlformats.org/officeDocument/2006/relationships/hyperlink" Target="https://universalx.app/activity/details?id=0x06567b3a8eed3a" TargetMode="External" Id="Ra6ba141183764eff" /><Relationship Type="http://schemas.openxmlformats.org/officeDocument/2006/relationships/notesSlide" Target="/ppt/notesSlides/notesSlide5.xml" Id="R7a167a580c2d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8630724404fa1" /><Relationship Type="http://schemas.openxmlformats.org/officeDocument/2006/relationships/image" Target="/ppt/media/image8.png" Id="Rc85434e7a80e4b2c" /><Relationship Type="http://schemas.openxmlformats.org/officeDocument/2006/relationships/image" Target="/ppt/media/image9.png" Id="R9ccbb68e63fb4fe7" /><Relationship Type="http://schemas.openxmlformats.org/officeDocument/2006/relationships/image" Target="/ppt/media/image10.png" Id="R1a39b7b6567f444e" /><Relationship Type="http://schemas.openxmlformats.org/officeDocument/2006/relationships/hyperlink" Target="https://youtu.be/LSkvvrFh4n4" TargetMode="External" Id="R1587b77e4f704c77" /><Relationship Type="http://schemas.openxmlformats.org/officeDocument/2006/relationships/image" Target="/ppt/media/image11.png" Id="R25dae35e58d34698" /><Relationship Type="http://schemas.openxmlformats.org/officeDocument/2006/relationships/hyperlink" Target="https://onelink-pay.vercel.app/agent" TargetMode="External" Id="R80142e377c36487a" /><Relationship Type="http://schemas.openxmlformats.org/officeDocument/2006/relationships/image" Target="/ppt/media/image12.png" Id="Ra8da334fd0354370" /><Relationship Type="http://schemas.openxmlformats.org/officeDocument/2006/relationships/hyperlink" Target="https://onelink-pay.vercel.app/receipt/fc5adc83-3b17-4004-8902-a5a40a178dd5" TargetMode="External" Id="R6e209b1a323346e9" /><Relationship Type="http://schemas.openxmlformats.org/officeDocument/2006/relationships/notesSlide" Target="/ppt/notesSlides/notesSlide6.xml" Id="Rb19e1efb8b7f4b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949a6bda044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008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b19d53bb047e6"/>
          <a:stretch xmlns:a="http://schemas.openxmlformats.org/drawingml/2006/main"/>
        </p:blipFill>
        <p:spPr>
          <a:xfrm xmlns:a="http://schemas.openxmlformats.org/drawingml/2006/main">
            <a:off x="2438400" y="2628900"/>
            <a:ext cx="1447800" cy="1447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272FE-9D15-48F0-82BF-BB434C9B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95BB1-9846-4DA9-B6F2-128A6D1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24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UXmaxx 2026  |  Universal Accounts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8DB72-8CF6-449F-9B1B-BBED567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24625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0" i="0" u="sng">
                <a:solidFill>
                  <a:srgbClr val="FFFDF7"/>
                </a:solidFill>
                <a:latin typeface="Aptos"/>
                <a:ea typeface="Aptos"/>
                <a:cs typeface="Aptos"/>
                <a:hlinkClick xmlns:r="http://schemas.openxmlformats.org/officeDocument/2006/relationships" r:id="R0a04a42a6ec54eda"/>
              </a:rPr>
              <a:t>Demo: youtu.be/LSkvvrFh4n4</a:t>
            </a:r>
          </a:p>
        </p:txBody>
      </p:sp>
    </p:spTree>
    <p:extLst>
      <p:ext uri="{BB962C8B-B14F-4D97-AF65-F5344CB8AC3E}">
        <p14:creationId xmlns:p14="http://schemas.microsoft.com/office/powerpoint/2010/main" val="883308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ca1cebbaf4ce9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ED5F9-54F0-490E-B8E0-6859D7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77512-47A0-4AF9-BBC4-7200A93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08C0-A1C6-49D7-9CED-BB2D303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THE MISSING SAFETY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0FAAB-FC36-479C-BEE4-22BF2E5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Autonomous software needs a card, not a key.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68436-87A1-4435-B853-2794256C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Full-wallet authority is too dangerous. Per-action approval removes the point of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C1EBA-D14C-43ED-A632-953BD39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67300" cy="28956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E8E5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0F1C4-5713-4C98-A431-AF36248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47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7473F"/>
                </a:solidFill>
                <a:latin typeface="Aptos"/>
                <a:ea typeface="Aptos"/>
                <a:cs typeface="Aptos"/>
              </a:rPr>
              <a:t>FULL WALLET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2B22E-01B5-4B7D-B919-958CADFA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Unlimited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C162-5E7D-4BCA-B5BC-FD8C312F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One bug, malicious prompt, or compromised tool can reach everything.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BB2B0-FE00-4A35-AEE3-2AE18FA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7473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7473F"/>
                </a:solidFill>
                <a:latin typeface="Aptos"/>
                <a:ea typeface="Aptos"/>
                <a:cs typeface="Aptos"/>
              </a:rPr>
              <a:t>No safe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7D129-030B-4968-8936-313C3BF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600700" cy="28956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9525">
            <a:solidFill>
              <a:srgbClr val="BFDC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D3CC6-1745-4853-9B64-DD003C3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ONELINK MANDATE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CD321-1F2E-4784-8A08-1FE67F1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Bounded permission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E6D6D-70C9-418B-85B1-3DCC845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One merchant. Per-charge, daily, and total caps. Expiry. Instant revoke.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0E214-35B7-4160-BBED-5265688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The user keeps the kill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5E318-D830-4674-8EEF-A9FDC5F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The wallet stays yours. Only the permission is delegated.</a:t>
            </a:r>
          </a:p>
        </p:txBody>
      </p:sp>
    </p:spTree>
    <p:extLst>
      <p:ext uri="{BB962C8B-B14F-4D97-AF65-F5344CB8AC3E}">
        <p14:creationId xmlns:p14="http://schemas.microsoft.com/office/powerpoint/2010/main" val="1160407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915ea4ac74121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C618-7BB0-44F6-B3CC-F190E6F7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D1848-E0FC-45B7-8227-382E1993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59953-7CA9-48C0-87C7-5191B7D8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LIVE USE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176AA-C3E2-4F19-AA78-9127D0B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The task finished. The overspend didn't.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4E5A7-DEA4-4822-8EFF-671A159E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A deterministic research workflow bought what it needed, produced the brief, and hit a hard on-chain boundary.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19B17-5627-4DC9-AB74-A383D391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57225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d0870a904fab"/>
          <a:srcRect xmlns:a="http://schemas.openxmlformats.org/drawingml/2006/main" l="0" t="13676" r="0" b="13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800350"/>
            <a:ext cx="6343650" cy="32004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24DFB-6758-4CF9-BB58-41C593AB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USEFUL 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1FA3A-9449-4CA9-9DA2-93E6FD0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0.13 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B1816-8F1F-4C95-8F19-B7AA4540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67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2 required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2D2FF-AA30-4146-A761-A47754D8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BLOCKED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A5094-1C75-45BF-B2C1-E8363596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8068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F8068"/>
                </a:solidFill>
                <a:latin typeface="Georgia"/>
                <a:ea typeface="Georgia"/>
                <a:cs typeface="Georgia"/>
              </a:rPr>
              <a:t>0.20 USDC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AD5B4-4E69-4C96-BC50-13426F0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over 0.10 cap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84690-9154-4B68-BB6F-29EF374A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BUDGET LEFT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3A28D-8C70-40AF-9211-88DE285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435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1.87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0481D-92B6-4D69-B6B4-EAB71630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still controlled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ECE75-0D70-4ACF-B501-1F8028D0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67400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Useful work completed. Unexpected spend produced no transaction.</a:t>
            </a:r>
          </a:p>
        </p:txBody>
      </p:sp>
    </p:spTree>
    <p:extLst>
      <p:ext uri="{BB962C8B-B14F-4D97-AF65-F5344CB8AC3E}">
        <p14:creationId xmlns:p14="http://schemas.microsoft.com/office/powerpoint/2010/main" val="1832284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cf475730540f5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6D8DD-A57C-4A2C-92C5-64E1612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7C06C-5062-42E1-882D-50176AD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84E57-14D0-4EB2-925F-E11D2E71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HUMAN-READABLE CONSENT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D59A3-F142-4EA2-BE58-86E0D7D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The mandate is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4A34B-61F3-4D6F-9A05-3B96E6B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One signature turns a Universal Account into a revocable expense card for one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E057D-54C7-4EA9-AE06-4BAFB7A4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8343900" cy="3371850"/>
          </a:xfrm>
          <a:prstGeom xmlns:a="http://schemas.openxmlformats.org/drawingml/2006/main" prst="roundRect">
            <a:avLst>
              <a:gd name="adj" fmla="val 791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2F5F-9E24-4919-8DEC-AB2C12DA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527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RESEARCH EXPENSE CARD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72678-955F-419D-85A6-5851E161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4668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5B3E6-9450-470B-8C3A-547230F6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ARMED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8EFFB-2E3A-4507-93FA-4073B66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29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Prepare an ETH market-risk 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DA851-2D40-4722-B5A0-0A7DD3E3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Per paid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DF367-5991-4693-A552-3465B47A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up to 0.10 USDC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4AAB3-52FF-411F-B4E8-FCE0459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2912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37D52-57AB-4629-A9DA-9BCE523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05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Daily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7B067-7979-4B84-B015-4CC701C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053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2.00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B25D3-901E-4718-9E5A-6F5A39E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A09A8-47E5-44F8-98A8-5D45194D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14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A9D1B-FD9D-4AD1-B0A4-0BDCBBCC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 approved address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A9C52-0B34-4B8E-B71C-FD549CC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4827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719C6-A49D-46A9-970B-9A2DC53A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244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Permission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8D1FF-3C2C-48F6-ACA9-17933D6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244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expires · revocable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0E152-4A23-4B5D-BE9F-7FDF5C6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57850"/>
            <a:ext cx="75057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C4745-136D-4500-8648-AA087C4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0.20 USDC premium request will be rejected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14FA1-6A7F-4978-8322-F53657A3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3055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The workflow never receives unrestricted wallet authority.</a:t>
            </a:r>
          </a:p>
        </p:txBody>
      </p:sp>
    </p:spTree>
    <p:extLst>
      <p:ext uri="{BB962C8B-B14F-4D97-AF65-F5344CB8AC3E}">
        <p14:creationId xmlns:p14="http://schemas.microsoft.com/office/powerpoint/2010/main" val="1523959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01fa70bbb41fa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6192E-368C-46B0-9EA0-5D524493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B7882-03C2-4D10-8237-2AA40C4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FE243-EAA7-4438-B76B-E6985E5F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EXECUTION AND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EA580-C264-4798-8083-83DECD19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77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Particle moves value. OneLink verifies before arming.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631EE-8087-41EB-8020-72CE1B97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The user sees one action; the system checks every on-chain leg before the budget becomes spendable.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376F9-C692-47B4-81B7-EEEB1EC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14750"/>
            <a:ext cx="1323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44E09-8CBB-457C-8BD4-F1EE3AF6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147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5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0507B-05B6-4638-9062-333B761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80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D468A-F3A7-4714-BB4A-EB0D8BC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00625"/>
            <a:ext cx="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D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05F3-18AD-455B-92BC-ABB05D1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0" cy="-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D8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858A7-8964-4945-8E66-368E8142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54305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3F11F-B31E-44BA-AA60-E540BCD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A3E7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3E73"/>
                </a:solidFill>
                <a:latin typeface="Aptos"/>
                <a:ea typeface="Aptos"/>
                <a:cs typeface="Aptos"/>
              </a:rPr>
              <a:t>MAGIC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5B339-B561-41C0-A226-1DA15D2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Google / 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6806E-BAB0-46B9-8375-9FD8808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no seed phrase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8763A-F73B-44B3-A056-F02C85E0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162877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9C0D5-4A1A-4361-BC11-59C242E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219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7EA7F-8577-498D-BDD9-192D40CF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609975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5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USDC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77889-50EA-4DE0-B71E-49D4AE7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624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successful debit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7F124-495D-4073-9D3A-D16BAA78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1619250" cy="186690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1EEFF"/>
          </a:solidFill>
          <a:ln xmlns:a="http://schemas.openxmlformats.org/drawingml/2006/main" w="9525">
            <a:solidFill>
              <a:srgbClr val="CDC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47C45-1179-48A8-93F8-C2DD5153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C57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C57FF"/>
                </a:solidFill>
                <a:latin typeface="Aptos"/>
                <a:ea typeface="Aptos"/>
                <a:cs typeface="Aptos"/>
              </a:rPr>
              <a:t>PARTICLE UA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5A001-15BF-4A59-AF99-8DCFC40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EIP-7702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036F6-EC34-4C43-A63A-C7FB3173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481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one operation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E0B6F-DC76-4711-97FC-772B5720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06922-33C5-42CA-B016-2CDD3F3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FINISHED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72302-C366-43FE-B347-BC05FB8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7716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9525">
            <a:solidFill>
              <a:srgbClr val="BFDC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4781D-7422-4B62-9BF5-2D368AE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ARBITRUM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63020-622E-41A7-B3C2-2BC450E0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0997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Budget and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0D59D-79E5-4DFE-921F-87F8DCEB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148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exact allowance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2F87F-DD77-4A68-BC84-B44FC06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3048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CF303-B08B-4ABA-A17D-655B73C8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19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SERVER VERIFICATION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32AB6-7DE8-419A-92B5-79718DBA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245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source receipt · balance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902FF-FD2A-45A5-A0D3-ABA3496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3048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C0B11-8FC5-4781-9D3C-1D0AE97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PERMISSION FIREWALL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DFA677-5267-4E53-BFBB-D908682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245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allowance · caps · revoke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E9D88E-F2C6-4D4B-8CAF-D1B9BFB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C57FF"/>
                </a:solidFill>
                <a:latin typeface="Aptos"/>
                <a:ea typeface="Aptos"/>
                <a:cs typeface="Aptos"/>
              </a:defRPr>
            </a:pPr>
            <a:r>
              <a:rPr sz="1200" b="0" i="0" u="sng">
                <a:solidFill>
                  <a:srgbClr val="6C57FF"/>
                </a:solidFill>
                <a:latin typeface="Aptos"/>
                <a:ea typeface="Aptos"/>
                <a:cs typeface="Aptos"/>
                <a:hlinkClick xmlns:r="http://schemas.openxmlformats.org/officeDocument/2006/relationships" r:id="Ra6ba141183764eff"/>
              </a:rPr>
              <a:t>Particle activity 0x06567b3a8eed3a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47C4DD-7D2A-43EF-9490-4602730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86500"/>
            <a:ext cx="529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Base source → Arbitrum approval → budget armed</a:t>
            </a:r>
          </a:p>
        </p:txBody>
      </p:sp>
    </p:spTree>
    <p:extLst>
      <p:ext uri="{BB962C8B-B14F-4D97-AF65-F5344CB8AC3E}">
        <p14:creationId xmlns:p14="http://schemas.microsoft.com/office/powerpoint/2010/main" val="702424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434e7a80e4b2c"/>
          <a:stretch xmlns:a="http://schemas.openxmlformats.org/drawingml/2006/main"/>
        </p:blipFill>
        <p:spPr>
          <a:xfrm xmlns:a="http://schemas.openxmlformats.org/drawingml/2006/main">
            <a:off x="533400" y="3619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3879-601B-48BF-9CC1-7C6318A3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3862-7C57-4DB4-859A-4EC31AF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95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C22DB-0833-43DD-855A-32AAF8B5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7832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832F"/>
                </a:solidFill>
                <a:latin typeface="Aptos"/>
                <a:ea typeface="Aptos"/>
                <a:cs typeface="Aptos"/>
              </a:rPr>
              <a:t>PUBLIC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A64CC-0587-4CB7-A11C-707D4D3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Every claim opens in a public explorer.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A09B4-A3EB-4590-88F1-E4A0092F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Payment, route, policy enforcement, and revoke can be checked without trusting our 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793B-0294-43F9-8231-E52B0682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467350" cy="3543300"/>
          </a:xfrm>
          <a:prstGeom xmlns:a="http://schemas.openxmlformats.org/drawingml/2006/main" prst="roundRect">
            <a:avLst>
              <a:gd name="adj" fmla="val 591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bb68e63fb4fe7"/>
          <a:srcRect xmlns:a="http://schemas.openxmlformats.org/drawingml/2006/main" l="0" t="4444" r="0" b="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743200"/>
            <a:ext cx="5238750" cy="331470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BED9E-5474-47FF-8D07-51E90F4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1C1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01C1A"/>
                </a:solidFill>
                <a:latin typeface="Georgia"/>
                <a:ea typeface="Georgia"/>
                <a:cs typeface="Georgia"/>
              </a:rPr>
              <a:t>Verify it yourself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11B1-8F73-4629-8725-EE502150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0AF2F-7D46-4F21-AC8F-A788FC8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004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Particle Explorer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1F76B-C324-4C0F-88DB-8CE29EC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575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one FINISHED cross-chain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E4BB4-90C6-45FD-8D84-5838B89C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0E563-22ED-4CAA-8E8E-8A5CCB2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BaseScan and Arbiscan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B6F1D-1EC9-4F2F-B066-69D207A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862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source, approval, purchases, revoke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896FD-3FD6-4803-BC00-07117EC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84851-77FA-4F6E-B729-8BBC61A4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57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01C1A"/>
                </a:solidFill>
                <a:latin typeface="Aptos"/>
                <a:ea typeface="Aptos"/>
                <a:cs typeface="Aptos"/>
              </a:rPr>
              <a:t>OneLink Proof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DA26D-6182-463D-97D7-0170B522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148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46D6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46D64"/>
                </a:solidFill>
                <a:latin typeface="Aptos"/>
                <a:ea typeface="Aptos"/>
                <a:cs typeface="Aptos"/>
              </a:rPr>
              <a:t>invoice and settlement bound together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C960-538C-49EA-B21F-FB4EFC60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9b7b6567f444e"/>
          <a:stretch xmlns:a="http://schemas.openxmlformats.org/drawingml/2006/main"/>
        </p:blipFill>
        <p:spPr>
          <a:xfrm xmlns:a="http://schemas.openxmlformats.org/drawingml/2006/main">
            <a:off x="6572250" y="53149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38A70-E858-480E-AB79-23FB42A2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553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050" b="1" i="0" u="sng">
                <a:solidFill>
                  <a:srgbClr val="201C1A"/>
                </a:solidFill>
                <a:latin typeface="Aptos"/>
                <a:ea typeface="Aptos"/>
                <a:cs typeface="Aptos"/>
                <a:hlinkClick xmlns:r="http://schemas.openxmlformats.org/officeDocument/2006/relationships" r:id="R1587b77e4f704c77"/>
              </a:rPr>
              <a:t>3-min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40F47-26C7-46C7-9E44-763F141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ae35e58d34698"/>
          <a:stretch xmlns:a="http://schemas.openxmlformats.org/drawingml/2006/main"/>
        </p:blipFill>
        <p:spPr>
          <a:xfrm xmlns:a="http://schemas.openxmlformats.org/drawingml/2006/main">
            <a:off x="8096250" y="53149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C731D-7699-4087-8E41-5034CB8C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553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050" b="1" i="0" u="sng">
                <a:solidFill>
                  <a:srgbClr val="201C1A"/>
                </a:solidFill>
                <a:latin typeface="Aptos"/>
                <a:ea typeface="Aptos"/>
                <a:cs typeface="Aptos"/>
                <a:hlinkClick xmlns:r="http://schemas.openxmlformats.org/officeDocument/2006/relationships" r:id="R80142e377c36487a"/>
              </a:rPr>
              <a:t>live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456D2-78CB-4B03-8C1F-420850B3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4D8C7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a334fd0354370"/>
          <a:stretch xmlns:a="http://schemas.openxmlformats.org/drawingml/2006/main"/>
        </p:blipFill>
        <p:spPr>
          <a:xfrm xmlns:a="http://schemas.openxmlformats.org/drawingml/2006/main">
            <a:off x="9620250" y="53149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D0A620-0BCD-4E0C-8659-1DA18C84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532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01C1A"/>
                </a:solidFill>
                <a:latin typeface="Aptos"/>
                <a:ea typeface="Aptos"/>
                <a:cs typeface="Aptos"/>
              </a:defRPr>
            </a:pPr>
            <a:r>
              <a:rPr sz="1050" b="1" i="0" u="sng">
                <a:solidFill>
                  <a:srgbClr val="201C1A"/>
                </a:solidFill>
                <a:latin typeface="Aptos"/>
                <a:ea typeface="Aptos"/>
                <a:cs typeface="Aptos"/>
                <a:hlinkClick xmlns:r="http://schemas.openxmlformats.org/officeDocument/2006/relationships" r:id="R6e209b1a323346e9"/>
              </a:rPr>
              <a:t>proof receipt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DA4FC-5F4C-408C-9AE2-31D79EC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6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F8068"/>
                </a:solidFill>
                <a:latin typeface="Aptos"/>
                <a:ea typeface="Aptos"/>
                <a:cs typeface="Aptos"/>
              </a:rPr>
              <a:t>Useful work done. Overspend impossible. Proof public.</a:t>
            </a:r>
          </a:p>
        </p:txBody>
      </p:sp>
    </p:spTree>
    <p:extLst>
      <p:ext uri="{BB962C8B-B14F-4D97-AF65-F5344CB8AC3E}">
        <p14:creationId xmlns:p14="http://schemas.microsoft.com/office/powerpoint/2010/main" val="993765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2026-07-15T16:42:57.5640000Z</dcterms:created>
  <dcterms:modified xsi:type="dcterms:W3CDTF">2026-07-15T16:42:57.5640000Z</dcterms:modified>
</coreProperties>
</file>