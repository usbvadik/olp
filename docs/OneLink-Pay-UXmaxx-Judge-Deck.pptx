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70ecb02ac5463e" /><Relationship Type="http://schemas.openxmlformats.org/officeDocument/2006/relationships/extended-properties" Target="/docProps/app.xml" Id="Rd5e55fd1d4d44ed6" /><Relationship Type="http://schemas.openxmlformats.org/officeDocument/2006/relationships/officeDocument" Target="/ppt/presentation.xml" Id="R2a4d175b9fd745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8402b3c8af4ac8"/>
  </p:sldMasterIdLst>
  <p:notesMasterIdLst>
    <p:notesMasterId xmlns:r="http://schemas.openxmlformats.org/officeDocument/2006/relationships" r:id="Rfd3137b55d314efd"/>
  </p:notesMasterIdLst>
  <p:sldIdLst>
    <p:sldId xmlns:r="http://schemas.openxmlformats.org/officeDocument/2006/relationships" id="256" r:id="Rbaed75f289454907"/>
    <p:sldId xmlns:r="http://schemas.openxmlformats.org/officeDocument/2006/relationships" id="257" r:id="R9a01990f55414d2b"/>
    <p:sldId xmlns:r="http://schemas.openxmlformats.org/officeDocument/2006/relationships" id="258" r:id="R9d164431c6b9428a"/>
    <p:sldId xmlns:r="http://schemas.openxmlformats.org/officeDocument/2006/relationships" id="259" r:id="Recea41e4bb434dd0"/>
    <p:sldId xmlns:r="http://schemas.openxmlformats.org/officeDocument/2006/relationships" id="260" r:id="R3a6cbe89365b4491"/>
    <p:sldId xmlns:r="http://schemas.openxmlformats.org/officeDocument/2006/relationships" id="261" r:id="R72dc3de9c1a046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614a09ae024476" /><Relationship Type="http://schemas.openxmlformats.org/officeDocument/2006/relationships/slideMaster" Target="/ppt/slideMasters/slideMaster1.xml" Id="R3d8402b3c8af4ac8" /><Relationship Type="http://schemas.openxmlformats.org/officeDocument/2006/relationships/notesMaster" Target="/ppt/notesMasters/notesMaster1.xml" Id="Rfd3137b55d314efd" /><Relationship Type="http://schemas.openxmlformats.org/officeDocument/2006/relationships/presProps" Target="/ppt/presProps.xml" Id="R51a221eec3934b41" /><Relationship Type="http://schemas.openxmlformats.org/officeDocument/2006/relationships/tableStyles" Target="/ppt/tableStyles.xml" Id="Rbb2f66cef4304c19" /><Relationship Type="http://schemas.openxmlformats.org/officeDocument/2006/relationships/slide" Target="/ppt/slides/slide1.xml" Id="Rbaed75f289454907" /><Relationship Type="http://schemas.openxmlformats.org/officeDocument/2006/relationships/slide" Target="/ppt/slides/slide2.xml" Id="R9a01990f55414d2b" /><Relationship Type="http://schemas.openxmlformats.org/officeDocument/2006/relationships/slide" Target="/ppt/slides/slide3.xml" Id="R9d164431c6b9428a" /><Relationship Type="http://schemas.openxmlformats.org/officeDocument/2006/relationships/slide" Target="/ppt/slides/slide4.xml" Id="Recea41e4bb434dd0" /><Relationship Type="http://schemas.openxmlformats.org/officeDocument/2006/relationships/slide" Target="/ppt/slides/slide5.xml" Id="R3a6cbe89365b4491" /><Relationship Type="http://schemas.openxmlformats.org/officeDocument/2006/relationships/slide" Target="/ppt/slides/slide6.xml" Id="R72dc3de9c1a046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01c0585a094d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52e6d0881041ae" /><Relationship Type="http://schemas.openxmlformats.org/officeDocument/2006/relationships/notesMaster" Target="/ppt/notesMasters/notesMaster1.xml" Id="R3971cc245de047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6be3b6360d4cab" /><Relationship Type="http://schemas.openxmlformats.org/officeDocument/2006/relationships/notesMaster" Target="/ppt/notesMasters/notesMaster1.xml" Id="R2286d5eba1ac4a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9bb9855d2d48e9" /><Relationship Type="http://schemas.openxmlformats.org/officeDocument/2006/relationships/notesMaster" Target="/ppt/notesMasters/notesMaster1.xml" Id="R5ff0574940bf4c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b0fb5d855242d2" /><Relationship Type="http://schemas.openxmlformats.org/officeDocument/2006/relationships/notesMaster" Target="/ppt/notesMasters/notesMaster1.xml" Id="Rf7d90dd08f3249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1c9f600aa1493d" /><Relationship Type="http://schemas.openxmlformats.org/officeDocument/2006/relationships/notesMaster" Target="/ppt/notesMasters/notesMaster1.xml" Id="R3337f11ac38049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e358d17a1a44c7" /><Relationship Type="http://schemas.openxmlformats.org/officeDocument/2006/relationships/notesMaster" Target="/ppt/notesMasters/notesMaster1.xml" Id="Rbc1f7eadb2ee43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2c480351d44d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75e24676af4a0b" /><Relationship Type="http://schemas.openxmlformats.org/officeDocument/2006/relationships/slideLayout" Target="/ppt/slideLayouts/slideLayout1.xml" Id="R5c4a487b9eac4c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4a487b9eac4c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b41363ae64220" /><Relationship Type="http://schemas.openxmlformats.org/officeDocument/2006/relationships/image" Target="/ppt/media/image.png" Id="R53b1f3358e7b4b06" /><Relationship Type="http://schemas.openxmlformats.org/officeDocument/2006/relationships/hyperlink" Target="https://youtu.be/LSkvvrFh4n4" TargetMode="External" Id="R7c27d40fda1941ec" /><Relationship Type="http://schemas.openxmlformats.org/officeDocument/2006/relationships/notesSlide" Target="/ppt/notesSlides/notesSlide1.xml" Id="Ref8c51f68aba4e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143a6e4504359" /><Relationship Type="http://schemas.openxmlformats.org/officeDocument/2006/relationships/image" Target="/ppt/media/image2.png" Id="R7556c223fcce4579" /><Relationship Type="http://schemas.openxmlformats.org/officeDocument/2006/relationships/notesSlide" Target="/ppt/notesSlides/notesSlide2.xml" Id="Raacdb3fe12f840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b8cb0e3854b47" /><Relationship Type="http://schemas.openxmlformats.org/officeDocument/2006/relationships/image" Target="/ppt/media/image3.png" Id="R3bee64c51e744aac" /><Relationship Type="http://schemas.openxmlformats.org/officeDocument/2006/relationships/image" Target="/ppt/media/image4.png" Id="Rbaedac9bee8e4993" /><Relationship Type="http://schemas.openxmlformats.org/officeDocument/2006/relationships/notesSlide" Target="/ppt/notesSlides/notesSlide3.xml" Id="Ra020bf9b52ec4d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1f1d6ad4b4baf" /><Relationship Type="http://schemas.openxmlformats.org/officeDocument/2006/relationships/image" Target="/ppt/media/image5.png" Id="R0f935e30b41e45e1" /><Relationship Type="http://schemas.openxmlformats.org/officeDocument/2006/relationships/notesSlide" Target="/ppt/notesSlides/notesSlide4.xml" Id="R2a0bc9bce56945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534ceed13427b" /><Relationship Type="http://schemas.openxmlformats.org/officeDocument/2006/relationships/image" Target="/ppt/media/image6.png" Id="Rc63d2ac21db64387" /><Relationship Type="http://schemas.openxmlformats.org/officeDocument/2006/relationships/hyperlink" Target="https://universalx.app/activity/details?id=0x06567b3a8eed3a" TargetMode="External" Id="Re817ed10cc3a406f" /><Relationship Type="http://schemas.openxmlformats.org/officeDocument/2006/relationships/notesSlide" Target="/ppt/notesSlides/notesSlide5.xml" Id="R1f2e8dc6db5a42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e88e74aab4da6" /><Relationship Type="http://schemas.openxmlformats.org/officeDocument/2006/relationships/image" Target="/ppt/media/image7.png" Id="Rf5d92a25e8e5440f" /><Relationship Type="http://schemas.openxmlformats.org/officeDocument/2006/relationships/image" Target="/ppt/media/image8.png" Id="R537dbdf466de4a5f" /><Relationship Type="http://schemas.openxmlformats.org/officeDocument/2006/relationships/image" Target="/ppt/media/image9.png" Id="R3d14e116dd594e16" /><Relationship Type="http://schemas.openxmlformats.org/officeDocument/2006/relationships/hyperlink" Target="https://youtu.be/LSkvvrFh4n4" TargetMode="External" Id="R0c20c5f45b9442bf" /><Relationship Type="http://schemas.openxmlformats.org/officeDocument/2006/relationships/image" Target="/ppt/media/image10.png" Id="R982da05d7e804044" /><Relationship Type="http://schemas.openxmlformats.org/officeDocument/2006/relationships/hyperlink" Target="https://onelink-pay.vercel.app/agent" TargetMode="External" Id="R611cebe61e8b43fa" /><Relationship Type="http://schemas.openxmlformats.org/officeDocument/2006/relationships/image" Target="/ppt/media/image11.png" Id="R582935e7cbde4545" /><Relationship Type="http://schemas.openxmlformats.org/officeDocument/2006/relationships/hyperlink" Target="https://onelink-pay.vercel.app/receipt/fc5adc83-3b17-4004-8902-a5a40a178dd5" TargetMode="External" Id="R09064edc30d44d5b" /><Relationship Type="http://schemas.openxmlformats.org/officeDocument/2006/relationships/notesSlide" Target="/ppt/notesSlides/notesSlide6.xml" Id="R1c9a2a3b437a4f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1f3358e7b4b0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400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E9773-B1D8-42A4-8DEB-CE709C99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0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C2EB3-82B3-4008-95CD-95B82BBC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246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FFDF7"/>
                </a:solidFill>
                <a:latin typeface="Aptos"/>
                <a:ea typeface="Aptos"/>
                <a:cs typeface="Aptos"/>
              </a:rPr>
              <a:t>UXmaxx 2026  |  Universal Accounts Track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2C4C3-6E6E-47EF-AAAF-2E645C26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524625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FFFDF7"/>
                </a:solidFill>
                <a:latin typeface="Aptos"/>
                <a:ea typeface="Aptos"/>
                <a:cs typeface="Aptos"/>
              </a:defRPr>
            </a:pPr>
            <a:r>
              <a:rPr sz="1125" b="0" i="0" u="sng">
                <a:solidFill>
                  <a:srgbClr val="FFFDF7"/>
                </a:solidFill>
                <a:latin typeface="Aptos"/>
                <a:ea typeface="Aptos"/>
                <a:cs typeface="Aptos"/>
                <a:hlinkClick xmlns:r="http://schemas.openxmlformats.org/officeDocument/2006/relationships" r:id="R7c27d40fda1941ec"/>
              </a:rPr>
              <a:t>Demo: youtu.be/LSkvvrFh4n4</a:t>
            </a:r>
          </a:p>
        </p:txBody>
      </p:sp>
    </p:spTree>
    <p:extLst>
      <p:ext uri="{BB962C8B-B14F-4D97-AF65-F5344CB8AC3E}">
        <p14:creationId xmlns:p14="http://schemas.microsoft.com/office/powerpoint/2010/main" val="14598230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6c223fcce4579"/>
          <a:stretch xmlns:a="http://schemas.openxmlformats.org/drawingml/2006/main"/>
        </p:blipFill>
        <p:spPr>
          <a:xfrm xmlns:a="http://schemas.openxmlformats.org/drawingml/2006/main">
            <a:off x="533400" y="361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EEB01-D156-4EF5-ADB5-77BA8A84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OneLink 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A1E4C-22AA-44BE-9FEB-C4FCE21B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9575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1A456-ACC9-4022-9644-C8D8C58E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THE MISSING SAFETY LAYER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1090B-D05B-4811-BEEE-2B1DECB6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Autonomous software needs a card, not a key.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0F51B-38FD-4483-8ED0-2767290C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Full-wallet authority is too dangerous. Per-action approval removes the point of automation.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881B4-A804-4144-A2A4-DF5F5685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067300" cy="28956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8E8E5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A9C206-3849-4C89-9E92-85CADC1F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7473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A7473F"/>
                </a:solidFill>
                <a:latin typeface="Aptos"/>
                <a:ea typeface="Aptos"/>
                <a:cs typeface="Aptos"/>
              </a:rPr>
              <a:t>FULL WALLET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ADD10-106A-497D-BD9E-0732F213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Unlimited authority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F74C9-26C6-443F-B113-263F1F00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One bug, malicious prompt, or compromised tool can reach everything.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53C67-E889-4149-BF04-D1A8BE8F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958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A7473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A7473F"/>
                </a:solidFill>
                <a:latin typeface="Aptos"/>
                <a:ea typeface="Aptos"/>
                <a:cs typeface="Aptos"/>
              </a:rPr>
              <a:t>No safe boundary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F0564-A6AB-4884-BD03-99886B43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24150"/>
            <a:ext cx="5600700" cy="28956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6F3ED"/>
          </a:solidFill>
          <a:ln xmlns:a="http://schemas.openxmlformats.org/drawingml/2006/main" w="9525">
            <a:solidFill>
              <a:srgbClr val="BFDC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64F22D-455A-46CA-865D-4E97A5E0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ONELINK MANDATE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90AFA1-2696-4874-BD66-C039C000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95675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Bounded permission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079AF9-7CE2-4B7C-A8DE-CCD79F3D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4476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One merchant. Per-charge, daily, and total caps. Expiry. Instant revoke.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70AA4F-4915-41D3-973B-D124236C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The user keeps the kill switch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CEEBF-F82D-4460-8E17-084D021E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The wallet stays yours. Only the permission is delegated.</a:t>
            </a:r>
          </a:p>
        </p:txBody>
      </p:sp>
    </p:spTree>
    <p:extLst>
      <p:ext uri="{BB962C8B-B14F-4D97-AF65-F5344CB8AC3E}">
        <p14:creationId xmlns:p14="http://schemas.microsoft.com/office/powerpoint/2010/main" val="21272783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e64c51e744aac"/>
          <a:stretch xmlns:a="http://schemas.openxmlformats.org/drawingml/2006/main"/>
        </p:blipFill>
        <p:spPr>
          <a:xfrm xmlns:a="http://schemas.openxmlformats.org/drawingml/2006/main">
            <a:off x="533400" y="361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2AE24-D175-4E90-B7AE-2F365EDF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OneLink 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C26B1-4263-49F0-A22E-33CEA65A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9575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3FDED-341D-4BCD-933C-04E712F9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LIVE USE CASE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90E66-0292-4333-BEDC-EF9AEE6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The task finished. The overspend didn't.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0C616-34CD-4B29-89E1-93F31320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A deterministic research workflow bought what it needed, produced the brief, and hit a hard on-chain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38599B-AC0D-4B4F-AB96-C43AECB6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6572250" cy="3429000"/>
          </a:xfrm>
          <a:prstGeom xmlns:a="http://schemas.openxmlformats.org/drawingml/2006/main" prst="roundRect">
            <a:avLst>
              <a:gd name="adj" fmla="val 6111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dac9bee8e4993"/>
          <a:srcRect xmlns:a="http://schemas.openxmlformats.org/drawingml/2006/main" l="0" t="13676" r="0" b="136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2800350"/>
            <a:ext cx="6343650" cy="3200400"/>
          </a:xfrm>
          <a:prstGeom xmlns:a="http://schemas.openxmlformats.org/drawingml/2006/main" prst="roundRect">
            <a:avLst>
              <a:gd name="adj" fmla="val 4762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39637-A95A-4A2F-8C10-7369AFB3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USEFUL SPEND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7D9CC0-4397-419D-95D0-BBF028F1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480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0.13 USDC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66732-5CD7-45EB-9944-B41D2225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67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2 required inputs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76DDC-977B-413F-A889-3E855A06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29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BLOCKED REQUEST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7AD08-1A31-45FB-AAEA-65EE3DC2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957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F8068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2F8068"/>
                </a:solidFill>
                <a:latin typeface="Georgia"/>
                <a:ea typeface="Georgia"/>
                <a:cs typeface="Georgia"/>
              </a:rPr>
              <a:t>0.20 USDC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066CB-6D6B-4141-9654-C88D79BF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14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over 0.10 cap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C96C9-A0FC-42C2-B20C-ACB28B54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876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BUDGET LEFT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977D2-9FA7-451E-9614-728827BE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435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1.87 USDC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3BCAA-7CA4-48F1-AEA5-D3C0866B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still controlled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E6D83D-B809-41FE-B122-105966BE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67400"/>
            <a:ext cx="3695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Useful work completed. Unexpected spend produced no transaction.</a:t>
            </a:r>
          </a:p>
        </p:txBody>
      </p:sp>
    </p:spTree>
    <p:extLst>
      <p:ext uri="{BB962C8B-B14F-4D97-AF65-F5344CB8AC3E}">
        <p14:creationId xmlns:p14="http://schemas.microsoft.com/office/powerpoint/2010/main" val="20292824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35e30b41e45e1"/>
          <a:stretch xmlns:a="http://schemas.openxmlformats.org/drawingml/2006/main"/>
        </p:blipFill>
        <p:spPr>
          <a:xfrm xmlns:a="http://schemas.openxmlformats.org/drawingml/2006/main">
            <a:off x="533400" y="361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10E35-804A-4888-B66A-DFAEE28C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OneLink 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90EAE-F899-4E89-B5F2-DB92563C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9575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61E07-4CED-4360-9E78-4AAF034C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HUMAN-READABLE CONSENT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9334A-C1F9-49A5-9E81-E4C4A30B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The mandate is the product.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3D1FF-23ED-4A5E-BDE1-1333297A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One signature turns a Universal Account into a revocable expense card for one job.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29A54-60BB-4BF9-870D-7250E7DB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28900"/>
            <a:ext cx="8343900" cy="3371850"/>
          </a:xfrm>
          <a:prstGeom xmlns:a="http://schemas.openxmlformats.org/drawingml/2006/main" prst="roundRect">
            <a:avLst>
              <a:gd name="adj" fmla="val 791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46A7DF-4E76-4EAB-AB92-6440E27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527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RESEARCH EXPENSE CARD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3984E-7C85-4236-A629-9B69E545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7500"/>
            <a:ext cx="14668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9"/>
          </a:solidFill>
          <a:ln xmlns:a="http://schemas.openxmlformats.org/drawingml/2006/main" w="9525">
            <a:solidFill>
              <a:srgbClr val="E6C9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C41DF-2BCF-460C-8207-498EE013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52750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ARMED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8080B-F416-4680-A504-93FEBB27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290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2175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Prepare an ETH market-risk brief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7CCC26-50E6-4EC1-A1AB-D5C60751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957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Per paid tool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212C6-95E8-4C81-B481-18EF11BB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95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up to 0.10 USDC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8641B9-5AC1-4A5F-A9F0-32A3BB05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29125"/>
            <a:ext cx="7505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66E91-1BD1-4591-9823-9E2A1D5C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053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Daily 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7B0D8-3ADC-40C4-A896-C24B790D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05325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2.00 USDC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D22F2C-A6E0-46E3-A17F-29FB97D4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38700"/>
            <a:ext cx="7505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C509DA-32AC-49E1-A87B-BF9C8E42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9149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Provider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7E2598-53A7-49F6-A600-FCA6E84B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149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 approved 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462A0-F337-4DA9-A82C-582A61E4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248275"/>
            <a:ext cx="7505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8F6711-1BA9-469B-9B5D-3C996D81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3244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Permission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1644EA-3395-4166-9898-BBA9B10D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24475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expires · revocable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5926F9-ED2F-4BBE-8479-C4C251C7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657850"/>
            <a:ext cx="7505700" cy="533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6F3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0777-BD6E-4F3A-AA17-85687FEB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102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0.20 USDC premium request will be rejected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96764E-C9CF-403A-A5BC-B06CA9E8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6305550"/>
            <a:ext cx="834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The workflow never receives unrestricted wallet authority.</a:t>
            </a:r>
          </a:p>
        </p:txBody>
      </p:sp>
    </p:spTree>
    <p:extLst>
      <p:ext uri="{BB962C8B-B14F-4D97-AF65-F5344CB8AC3E}">
        <p14:creationId xmlns:p14="http://schemas.microsoft.com/office/powerpoint/2010/main" val="10224525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d2ac21db64387"/>
          <a:stretch xmlns:a="http://schemas.openxmlformats.org/drawingml/2006/main"/>
        </p:blipFill>
        <p:spPr>
          <a:xfrm xmlns:a="http://schemas.openxmlformats.org/drawingml/2006/main">
            <a:off x="533400" y="361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1040EB-B33E-4A25-BEEE-BE80057C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OneLink 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C0134-7EEF-4273-9BDA-EBDB27C3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9575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38E98-7E44-4052-892F-35198732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EXECUTION AND VERIFICATION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55777-9EC1-401B-98AE-9F9DFAEB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7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Particle moves value. OneLink verifies before arming.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BBBE8-D4F5-4DDF-AEAC-2B52B1E9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The user sees one action; the system checks every on-chain leg before the budget becomes spendable.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57B43-F55B-4CB1-9F67-10FB4646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714750"/>
            <a:ext cx="1323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8BF7D-D0DD-42D2-9DCE-D4490922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14750"/>
            <a:ext cx="160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C5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F909D-BCFA-44A7-B578-DCC7E300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14750"/>
            <a:ext cx="148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F806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ED1AD-89D5-4FE3-AD02-BE58A592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0625"/>
            <a:ext cx="0" cy="-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4D8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DF9D3-6727-47E5-989D-8EE93100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00625"/>
            <a:ext cx="0" cy="-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4D8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36ABE-B499-4E95-88ED-02E7EAC8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543050" cy="12192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3C0A81-6548-49A2-B1BF-4635FE9A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7A3E73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7A3E73"/>
                </a:solidFill>
                <a:latin typeface="Aptos"/>
                <a:ea typeface="Aptos"/>
                <a:cs typeface="Aptos"/>
              </a:rPr>
              <a:t>MAGIC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672B9B-3053-4B27-9F1C-443E7E07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Google / email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1381E-9152-4FCB-B6BE-D4412E44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81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no seed phrase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A8D8D-0F6B-4C9D-87F7-92E1DFA6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2750"/>
            <a:ext cx="1628775" cy="1524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4D9"/>
          </a:solidFill>
          <a:ln xmlns:a="http://schemas.openxmlformats.org/drawingml/2006/main" w="9525">
            <a:solidFill>
              <a:srgbClr val="E6C9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B3CA8-02BA-4C39-BB05-B28F44D1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19450"/>
            <a:ext cx="1133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217FC-BE00-496A-B00F-953FE2A1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609975"/>
            <a:ext cx="11334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52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USDC source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E985D-0A21-402A-A850-1A40B989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962400"/>
            <a:ext cx="11334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successful debit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0ACFBC-5A06-45D1-A6AC-A6623DC2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81300"/>
            <a:ext cx="1619250" cy="186690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CDC5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E2BC86-11BC-4290-B57A-111FCBA7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67050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C57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6C57FF"/>
                </a:solidFill>
                <a:latin typeface="Aptos"/>
                <a:ea typeface="Aptos"/>
                <a:cs typeface="Aptos"/>
              </a:rPr>
              <a:t>PARTICLE UA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BB0D69-0B61-42DD-8342-6617A854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67100"/>
            <a:ext cx="1162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EIP-7702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F01697-9D43-43A5-92E8-AC7C93A5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48100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one operation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FF150C-CD28-4506-97D9-54C644DC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10050"/>
            <a:ext cx="1162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3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0ACA22-5E6A-4F68-9438-D163C1A5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FINISHED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26F7AF-C0DD-4B51-98FA-B5C66702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52750"/>
            <a:ext cx="1771650" cy="1524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E6F3ED"/>
          </a:solidFill>
          <a:ln xmlns:a="http://schemas.openxmlformats.org/drawingml/2006/main" w="9525">
            <a:solidFill>
              <a:srgbClr val="BFDC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1E51BC-3BE0-4FE6-9DEA-ECD16031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194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ARBITRUM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EE0AA8-1F50-41E6-B1B0-8D7DF9EE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099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Budget and approval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D85450-72FE-432E-B931-E7899D98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148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exact allowance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E94532-07BC-4E77-A07C-4471553D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00625"/>
            <a:ext cx="3048000" cy="895350"/>
          </a:xfrm>
          <a:prstGeom xmlns:a="http://schemas.openxmlformats.org/drawingml/2006/main" prst="roundRect">
            <a:avLst>
              <a:gd name="adj" fmla="val 1914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0BE542-C163-441F-8B08-84A3D912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219700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SERVER VERIFICATION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11CB4F-BC7A-4B1A-AEC9-C2E8A1E7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245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source receipt · balance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CE1FAF-F7A6-4AD3-802B-5322CA6F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00625"/>
            <a:ext cx="3048000" cy="895350"/>
          </a:xfrm>
          <a:prstGeom xmlns:a="http://schemas.openxmlformats.org/drawingml/2006/main" prst="roundRect">
            <a:avLst>
              <a:gd name="adj" fmla="val 1914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03F080-C471-4F1B-A9E7-C7E692E5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219700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PERMISSION FIREWALL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9DE3AA-935D-49A0-B89E-280582ED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5245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allowance · caps · revoke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CFFCCD-18FD-48C1-888F-0FDD096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C57FF"/>
                </a:solidFill>
                <a:latin typeface="Aptos"/>
                <a:ea typeface="Aptos"/>
                <a:cs typeface="Aptos"/>
              </a:defRPr>
            </a:pPr>
            <a:r>
              <a:rPr sz="1200" b="0" i="0" u="sng">
                <a:solidFill>
                  <a:srgbClr val="6C57FF"/>
                </a:solidFill>
                <a:latin typeface="Aptos"/>
                <a:ea typeface="Aptos"/>
                <a:cs typeface="Aptos"/>
                <a:hlinkClick xmlns:r="http://schemas.openxmlformats.org/officeDocument/2006/relationships" r:id="Re817ed10cc3a406f"/>
              </a:rPr>
              <a:t>Particle activity 0x06567b3a8eed3a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5E72D3-B869-4734-A6B1-15260E38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286500"/>
            <a:ext cx="529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Base source → Arbitrum approval → budget armed</a:t>
            </a:r>
          </a:p>
        </p:txBody>
      </p:sp>
    </p:spTree>
    <p:extLst>
      <p:ext uri="{BB962C8B-B14F-4D97-AF65-F5344CB8AC3E}">
        <p14:creationId xmlns:p14="http://schemas.microsoft.com/office/powerpoint/2010/main" val="13376496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92a25e8e5440f"/>
          <a:stretch xmlns:a="http://schemas.openxmlformats.org/drawingml/2006/main"/>
        </p:blipFill>
        <p:spPr>
          <a:xfrm xmlns:a="http://schemas.openxmlformats.org/drawingml/2006/main">
            <a:off x="533400" y="361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0A76E-1EF0-49F7-AAF1-7990E94F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OneLink Pay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00F47-D828-48F3-9CBE-D34D75FB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9575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AA3DD-8514-42D8-9AD8-592805CE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7832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B7832F"/>
                </a:solidFill>
                <a:latin typeface="Aptos"/>
                <a:ea typeface="Aptos"/>
                <a:cs typeface="Aptos"/>
              </a:rPr>
              <a:t>PUBLIC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BA231-87D0-4A74-95FD-DA77AED9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Every claim opens in a public explorer.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0B1D8-81A3-4953-99B9-A75BBC28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Payment, route, policy enforcement, and revoke can be checked without trusting our UI.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767EB-8427-4B0C-B961-D794D99B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5467350" cy="3543300"/>
          </a:xfrm>
          <a:prstGeom xmlns:a="http://schemas.openxmlformats.org/drawingml/2006/main" prst="roundRect">
            <a:avLst>
              <a:gd name="adj" fmla="val 591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dbdf466de4a5f"/>
          <a:srcRect xmlns:a="http://schemas.openxmlformats.org/drawingml/2006/main" l="0" t="4444" r="0" b="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2743200"/>
            <a:ext cx="5238750" cy="3314700"/>
          </a:xfrm>
          <a:prstGeom xmlns:a="http://schemas.openxmlformats.org/drawingml/2006/main" prst="roundRect">
            <a:avLst>
              <a:gd name="adj" fmla="val 4598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51468-0613-4426-A05E-8EC2BDCF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01C1A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201C1A"/>
                </a:solidFill>
                <a:latin typeface="Georgia"/>
                <a:ea typeface="Georgia"/>
                <a:cs typeface="Georgia"/>
              </a:rPr>
              <a:t>Verify it yourself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7F84EE-07C7-428A-9B70-65A6771E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57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A0E7E-3944-4D33-A0BD-6E2C32DD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2004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Particle Explorer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C262C-B817-42ED-BAA0-4DC804B3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575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one FINISHED cross-chain activity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04C1C1-2D53-412E-BBC5-9473389B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86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97A84-237A-4045-AAFC-3C1A19CC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290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BaseScan and Arbiscan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65C85-0ED9-451B-B955-E830DDFE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862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source, approval, purchases, revoke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30452-AB9E-4D20-BD33-F3434A02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14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559E4-4AD2-4646-A10B-4733D90F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577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01C1A"/>
                </a:solidFill>
                <a:latin typeface="Aptos"/>
                <a:ea typeface="Aptos"/>
                <a:cs typeface="Aptos"/>
              </a:rPr>
              <a:t>OneLink Proof Receipt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A850A8-B9E5-45DC-A9D3-30BCF2CD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148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746D6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746D64"/>
                </a:solidFill>
                <a:latin typeface="Aptos"/>
                <a:ea typeface="Aptos"/>
                <a:cs typeface="Aptos"/>
              </a:rPr>
              <a:t>invoice and settlement bound together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563D05-0EA8-45D6-A80F-0BAA8D2F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19700"/>
            <a:ext cx="1295400" cy="129540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4e116dd594e16"/>
          <a:stretch xmlns:a="http://schemas.openxmlformats.org/drawingml/2006/main"/>
        </p:blipFill>
        <p:spPr>
          <a:xfrm xmlns:a="http://schemas.openxmlformats.org/drawingml/2006/main">
            <a:off x="6572250" y="531495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DEDA4A-C73C-42E5-9A35-6BCBD1D0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655320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050" b="1" i="0" u="sng">
                <a:solidFill>
                  <a:srgbClr val="201C1A"/>
                </a:solidFill>
                <a:latin typeface="Aptos"/>
                <a:ea typeface="Aptos"/>
                <a:cs typeface="Aptos"/>
                <a:hlinkClick xmlns:r="http://schemas.openxmlformats.org/officeDocument/2006/relationships" r:id="R0c20c5f45b9442bf"/>
              </a:rPr>
              <a:t>3-min demo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9B8CFE-6C38-495D-B2FE-99FB6D91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19700"/>
            <a:ext cx="1295400" cy="129540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da05d7e804044"/>
          <a:stretch xmlns:a="http://schemas.openxmlformats.org/drawingml/2006/main"/>
        </p:blipFill>
        <p:spPr>
          <a:xfrm xmlns:a="http://schemas.openxmlformats.org/drawingml/2006/main">
            <a:off x="8096250" y="531495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7F3954-595D-4A30-B07D-9638B3FC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655320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050" b="1" i="0" u="sng">
                <a:solidFill>
                  <a:srgbClr val="201C1A"/>
                </a:solidFill>
                <a:latin typeface="Aptos"/>
                <a:ea typeface="Aptos"/>
                <a:cs typeface="Aptos"/>
                <a:hlinkClick xmlns:r="http://schemas.openxmlformats.org/officeDocument/2006/relationships" r:id="R611cebe61e8b43fa"/>
              </a:rPr>
              <a:t>live app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34D3D1-7E97-4B90-842B-745F4D74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19700"/>
            <a:ext cx="1295400" cy="129540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4D8C7"/>
            </a:solidFill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935e7cbde4545"/>
          <a:stretch xmlns:a="http://schemas.openxmlformats.org/drawingml/2006/main"/>
        </p:blipFill>
        <p:spPr>
          <a:xfrm xmlns:a="http://schemas.openxmlformats.org/drawingml/2006/main">
            <a:off x="9620250" y="5314950"/>
            <a:ext cx="1104900" cy="11049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F781C6-9969-467D-9381-39D37550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55320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201C1A"/>
                </a:solidFill>
                <a:latin typeface="Aptos"/>
                <a:ea typeface="Aptos"/>
                <a:cs typeface="Aptos"/>
              </a:defRPr>
            </a:pPr>
            <a:r>
              <a:rPr sz="1050" b="1" i="0" u="sng">
                <a:solidFill>
                  <a:srgbClr val="201C1A"/>
                </a:solidFill>
                <a:latin typeface="Aptos"/>
                <a:ea typeface="Aptos"/>
                <a:cs typeface="Aptos"/>
                <a:hlinkClick xmlns:r="http://schemas.openxmlformats.org/officeDocument/2006/relationships" r:id="R09064edc30d44d5b"/>
              </a:rPr>
              <a:t>proof receipt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F1B054-E875-46A2-A2EA-D1F863D6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546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F8068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2F8068"/>
                </a:solidFill>
                <a:latin typeface="Aptos"/>
                <a:ea typeface="Aptos"/>
                <a:cs typeface="Aptos"/>
              </a:rPr>
              <a:t>Useful work done. Overspend impossible. Proof public.</a:t>
            </a:r>
          </a:p>
        </p:txBody>
      </p:sp>
    </p:spTree>
    <p:extLst>
      <p:ext uri="{BB962C8B-B14F-4D97-AF65-F5344CB8AC3E}">
        <p14:creationId xmlns:p14="http://schemas.microsoft.com/office/powerpoint/2010/main" val="6187014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2026-07-15T16:14:29.8830000Z</dcterms:created>
  <dcterms:modified xsi:type="dcterms:W3CDTF">2026-07-15T16:14:29.8830000Z</dcterms:modified>
</coreProperties>
</file>